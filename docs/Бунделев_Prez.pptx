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33" r:id="rId3"/>
  </p:sldMasterIdLst>
  <p:notesMasterIdLst>
    <p:notesMasterId r:id="rId9"/>
  </p:notesMasterIdLst>
  <p:handoutMasterIdLst>
    <p:handoutMasterId r:id="rId10"/>
  </p:handoutMasterIdLst>
  <p:sldIdLst>
    <p:sldId id="1171" r:id="rId4"/>
    <p:sldId id="1204" r:id="rId5"/>
    <p:sldId id="1211" r:id="rId6"/>
    <p:sldId id="1212" r:id="rId7"/>
    <p:sldId id="121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2C5F"/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09" autoAdjust="0"/>
    <p:restoredTop sz="90520" autoAdjust="0"/>
  </p:normalViewPr>
  <p:slideViewPr>
    <p:cSldViewPr snapToGrid="0" snapToObjects="1">
      <p:cViewPr varScale="1">
        <p:scale>
          <a:sx n="128" d="100"/>
          <a:sy n="128" d="100"/>
        </p:scale>
        <p:origin x="992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04.06.2026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43E92-AC60-291D-3EC9-EA07BA342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8F0536D-9713-0F86-AFB2-F3F81E166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BD31B8-8EA5-545F-C195-8CAFB7A00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8A7110-97BB-02F2-21BF-46E99B00A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8949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8CFB1-EA22-1E9E-7BC8-93110DF0B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345EEB9-8103-5205-D60B-AD53F2753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8D6AB89-EF9D-90A3-D423-77F77A94E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B21AC3-D3E0-07A3-D0CD-7A35CE316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449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7DEBE-7428-AEC2-B72D-2465EBEF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2C74918-3CB8-6910-91D9-37A1416BC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25F0B7-D40F-D8F8-A297-11DF06079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1FCDAD-616F-1539-0FC9-BF4F911FD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2130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3476-9AB2-D56D-9426-87DAD92A9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31C6C25-6480-B57B-3883-5F4952E40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0C653ED-D5CA-409F-5190-8396A8CDF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DAED8C-97C2-E3B7-A2EB-09AE2C512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948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509678"/>
            <a:ext cx="8105858" cy="1325563"/>
          </a:xfrm>
        </p:spPr>
        <p:txBody>
          <a:bodyPr>
            <a:normAutofit/>
          </a:bodyPr>
          <a:lstStyle/>
          <a:p>
            <a:r>
              <a:rPr lang="ru-RU" dirty="0"/>
              <a:t>CRM-система для ведения студенческих проектов «</a:t>
            </a:r>
            <a:r>
              <a:rPr lang="ru-RU" dirty="0" err="1"/>
              <a:t>MadProjects</a:t>
            </a:r>
            <a:r>
              <a:rPr lang="ru-RU" dirty="0"/>
              <a:t>»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dirty="0"/>
              <a:t>Автор</a:t>
            </a:r>
            <a:r>
              <a:rPr lang="en-US" dirty="0"/>
              <a:t>: </a:t>
            </a:r>
            <a:r>
              <a:rPr lang="ru-RU" dirty="0" err="1"/>
              <a:t>Бунделев</a:t>
            </a:r>
            <a:r>
              <a:rPr lang="ru-RU" dirty="0"/>
              <a:t> Илья Алексеевич</a:t>
            </a:r>
          </a:p>
          <a:p>
            <a:r>
              <a:rPr lang="ru-RU" dirty="0"/>
              <a:t>Науч. рук.</a:t>
            </a:r>
            <a:r>
              <a:rPr lang="en-US" dirty="0"/>
              <a:t>: </a:t>
            </a:r>
            <a:r>
              <a:rPr lang="ru-RU" dirty="0"/>
              <a:t>Чернышев Станислав Андреевич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6AC53-244B-4289-B3B5-D31C1BFD52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ru-RU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70581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D8A1E-F44C-C321-4273-819B6BA2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38B4C9A-2FA4-0CB6-9EAF-653F65E49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9F9341-EAA0-CE9F-D596-5B6BF31772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4089560" cy="5040312"/>
          </a:xfrm>
        </p:spPr>
        <p:txBody>
          <a:bodyPr>
            <a:normAutofit/>
          </a:bodyPr>
          <a:lstStyle/>
          <a:p>
            <a:pPr marL="0" lvl="5" indent="0">
              <a:lnSpc>
                <a:spcPct val="120000"/>
              </a:lnSpc>
              <a:buNone/>
            </a:pPr>
            <a:r>
              <a:rPr lang="ru-RU" b="1" dirty="0"/>
              <a:t>Цель работы</a:t>
            </a:r>
            <a:br>
              <a:rPr lang="ru-RU" dirty="0"/>
            </a:br>
            <a:r>
              <a:rPr lang="ru-RU" dirty="0"/>
              <a:t>Разработка кроссплатформенного KMP-приложения (</a:t>
            </a:r>
            <a:r>
              <a:rPr lang="ru-RU" dirty="0" err="1"/>
              <a:t>Android</a:t>
            </a:r>
            <a:r>
              <a:rPr lang="ru-RU" dirty="0"/>
              <a:t>/</a:t>
            </a:r>
            <a:r>
              <a:rPr lang="ru-RU" dirty="0" err="1"/>
              <a:t>iOS</a:t>
            </a:r>
            <a:r>
              <a:rPr lang="ru-RU" dirty="0"/>
              <a:t>) для управления жизненным циклом учебных проектов и автоматизации взаимодействия студентов и преподавателей.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C6A2AA68-585E-2B38-BCAF-2AF566B41D45}"/>
              </a:ext>
            </a:extLst>
          </p:cNvPr>
          <p:cNvSpPr txBox="1">
            <a:spLocks/>
          </p:cNvSpPr>
          <p:nvPr/>
        </p:nvSpPr>
        <p:spPr>
          <a:xfrm>
            <a:off x="5264150" y="1341438"/>
            <a:ext cx="6376986" cy="5040312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5" indent="0">
              <a:lnSpc>
                <a:spcPct val="120000"/>
              </a:lnSpc>
              <a:buNone/>
            </a:pPr>
            <a:r>
              <a:rPr lang="ru-RU" b="1" dirty="0"/>
              <a:t>Задачи работы</a:t>
            </a:r>
          </a:p>
          <a:p>
            <a:pPr lvl="5">
              <a:lnSpc>
                <a:spcPct val="120000"/>
              </a:lnSpc>
            </a:pPr>
            <a:r>
              <a:rPr lang="ru-RU" dirty="0"/>
              <a:t>Разработать кроссплатформенное приложение, обеспечивающее единый пользовательский опыт на </a:t>
            </a:r>
            <a:r>
              <a:rPr lang="ru-RU" dirty="0" err="1"/>
              <a:t>Android</a:t>
            </a:r>
            <a:r>
              <a:rPr lang="ru-RU" dirty="0"/>
              <a:t> и </a:t>
            </a:r>
            <a:r>
              <a:rPr lang="ru-RU" dirty="0" err="1"/>
              <a:t>iOS</a:t>
            </a:r>
            <a:r>
              <a:rPr lang="ru-RU" dirty="0"/>
              <a:t>.</a:t>
            </a:r>
          </a:p>
          <a:p>
            <a:pPr lvl="5">
              <a:lnSpc>
                <a:spcPct val="120000"/>
              </a:lnSpc>
            </a:pPr>
            <a:r>
              <a:rPr lang="ru-RU" dirty="0"/>
              <a:t>Обеспечить в приложении работу с учебными проектами: создание, вступление и ведение проекта.</a:t>
            </a:r>
          </a:p>
          <a:p>
            <a:pPr lvl="5">
              <a:lnSpc>
                <a:spcPct val="120000"/>
              </a:lnSpc>
            </a:pPr>
            <a:r>
              <a:rPr lang="ru-RU" dirty="0"/>
              <a:t>Реализовать планирование и контроль выполнения через канбан-доску и спринты.</a:t>
            </a:r>
          </a:p>
          <a:p>
            <a:pPr lvl="5">
              <a:lnSpc>
                <a:spcPct val="120000"/>
              </a:lnSpc>
            </a:pPr>
            <a:r>
              <a:rPr lang="ru-RU" dirty="0"/>
              <a:t>Обеспечить командное взаимодействие участников через встроенные чаты проекта.</a:t>
            </a:r>
          </a:p>
          <a:p>
            <a:pPr lvl="5">
              <a:lnSpc>
                <a:spcPct val="120000"/>
              </a:lnSpc>
            </a:pPr>
            <a:r>
              <a:rPr lang="ru-RU" dirty="0"/>
              <a:t>Предоставить преподавателю инструменты контроля статуса и оценки активности команды.</a:t>
            </a:r>
          </a:p>
          <a:p>
            <a:pPr marL="0" lvl="5" indent="0">
              <a:lnSpc>
                <a:spcPct val="120000"/>
              </a:lnSpc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6955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F2E91-9689-3F2B-A53F-6F59B9F8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A901BEC3-A04B-F6DF-2F20-319AEE3B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9F6F1B4-6186-079A-2DE8-B4EB61D67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105" y="1038360"/>
            <a:ext cx="10185790" cy="573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49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DD7B1-9E4D-5975-11D4-06EA280DE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1ED21607-7B5D-8341-D935-38AA9151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45849B-67DE-9A7B-B24F-86B751F8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3" y="1158551"/>
            <a:ext cx="2476845" cy="279597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BD020F-3DB5-6F2B-7AAB-04A454BAB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18" y="4060167"/>
            <a:ext cx="2569534" cy="263393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7F8FDEF-21DB-E7F9-496B-F33217044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8388" y="1158551"/>
            <a:ext cx="4120592" cy="498483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AFB4927-0F45-A7FA-EAF2-E9393E5C88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6306" y="1158551"/>
            <a:ext cx="2798764" cy="203676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29B3BCE-2FB3-4774-D0AE-3206B1EE0F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6306" y="3429695"/>
            <a:ext cx="2798764" cy="328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072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9A52-A0CC-665E-3E6C-BD06F832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EDD3AED8-E046-BF25-7DF7-0F8092FAD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3A4AB1-62F0-6C8C-DEBB-3AED2507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4" y="1094791"/>
            <a:ext cx="2638062" cy="569478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E8FC17-3B67-2220-65D4-F604DC4D4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214" y="1094791"/>
            <a:ext cx="2669899" cy="56947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CA74EE0-90CC-A763-7604-BBEFCF87C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091" y="1073862"/>
            <a:ext cx="2590970" cy="578413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4E1CE16-8D5F-686B-604F-46E361077B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6039" y="1073862"/>
            <a:ext cx="2452123" cy="260874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46BA1D5-84B6-24D0-89F0-8F673F5C61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6039" y="3702183"/>
            <a:ext cx="2544879" cy="308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9552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242</TotalTime>
  <Words>115</Words>
  <Application>Microsoft Office PowerPoint</Application>
  <PresentationFormat>Широкоэкранный</PresentationFormat>
  <Paragraphs>19</Paragraphs>
  <Slides>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Calibri</vt:lpstr>
      <vt:lpstr>Wingdings</vt:lpstr>
      <vt:lpstr>Arial</vt:lpstr>
      <vt:lpstr>Титульная страница</vt:lpstr>
      <vt:lpstr>Текстовые блоки</vt:lpstr>
      <vt:lpstr>Дополнительные блоки</vt:lpstr>
      <vt:lpstr>CRM-система для ведения студенческих проектов «MadProjects»</vt:lpstr>
      <vt:lpstr>Цели и задачи</vt:lpstr>
      <vt:lpstr>Архитектура</vt:lpstr>
      <vt:lpstr>Демонстрация</vt:lpstr>
      <vt:lpstr>Демонстрация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subject/>
  <dc:creator>Алексей Малышев</dc:creator>
  <cp:keywords/>
  <dc:description/>
  <cp:lastModifiedBy>kaelesty</cp:lastModifiedBy>
  <cp:revision>26</cp:revision>
  <dcterms:created xsi:type="dcterms:W3CDTF">2023-06-16T08:15:39Z</dcterms:created>
  <dcterms:modified xsi:type="dcterms:W3CDTF">2026-06-04T13:50:12Z</dcterms:modified>
  <cp:category/>
</cp:coreProperties>
</file>